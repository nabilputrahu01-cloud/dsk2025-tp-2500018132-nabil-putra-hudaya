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07" r:id="rId7"/>
    <p:sldId id="281" r:id="rId8"/>
    <p:sldId id="297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590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6273" y="-152299"/>
            <a:ext cx="7479453" cy="3831221"/>
          </a:xfrm>
        </p:spPr>
        <p:txBody>
          <a:bodyPr anchor="ctr"/>
          <a:lstStyle/>
          <a:p>
            <a:r>
              <a:rPr lang="en-US" dirty="0"/>
              <a:t>Dasar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br>
              <a:rPr lang="en-US" dirty="0"/>
            </a:br>
            <a:br>
              <a:rPr lang="en-US" dirty="0"/>
            </a:br>
            <a:r>
              <a:rPr lang="en-US" sz="2500" dirty="0" err="1"/>
              <a:t>Penentuan</a:t>
            </a:r>
            <a:r>
              <a:rPr lang="en-US" sz="2500" dirty="0"/>
              <a:t> </a:t>
            </a:r>
            <a:r>
              <a:rPr lang="en-US" sz="2500" dirty="0" err="1"/>
              <a:t>kelulusan</a:t>
            </a:r>
            <a:r>
              <a:rPr lang="en-US" sz="2500" dirty="0"/>
              <a:t> </a:t>
            </a:r>
            <a:r>
              <a:rPr lang="en-US" sz="2500" dirty="0" err="1"/>
              <a:t>mahasiswa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 txBox="1">
            <a:spLocks/>
          </p:cNvSpPr>
          <p:nvPr/>
        </p:nvSpPr>
        <p:spPr>
          <a:xfrm>
            <a:off x="3136231" y="3297520"/>
            <a:ext cx="5919536" cy="762803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Nabil Putra </a:t>
            </a:r>
            <a:r>
              <a:rPr lang="en-US" sz="2000" dirty="0" err="1"/>
              <a:t>Hudaya</a:t>
            </a:r>
            <a:r>
              <a:rPr lang="en-US" sz="2000" dirty="0"/>
              <a:t> - 2500018132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048" y="2215415"/>
            <a:ext cx="5410952" cy="2427170"/>
          </a:xfrm>
        </p:spPr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 para </a:t>
            </a:r>
            <a:r>
              <a:rPr lang="en-US" dirty="0" err="1"/>
              <a:t>hamasiswa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kelulusan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8DB54C-CA7D-D1E3-6FDC-F0105514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48604"/>
            <a:ext cx="6583680" cy="1531357"/>
          </a:xfrm>
        </p:spPr>
        <p:txBody>
          <a:bodyPr/>
          <a:lstStyle/>
          <a:p>
            <a:r>
              <a:rPr lang="en-US" dirty="0"/>
              <a:t>Gambar program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AA879-A7AE-F9EB-9B5F-0C063B47A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70" y="692943"/>
            <a:ext cx="6559278" cy="568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772125" y="2102845"/>
            <a:ext cx="1757138" cy="8990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20FA37B-DD0C-FD0B-B2DC-F166DDF8ACC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-4521" r="26822"/>
          <a:stretch>
            <a:fillRect/>
          </a:stretch>
        </p:blipFill>
        <p:spPr>
          <a:xfrm>
            <a:off x="0" y="249237"/>
            <a:ext cx="5588000" cy="635952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A7B223-0D45-AA5E-FA9E-1D3206931226}"/>
              </a:ext>
            </a:extLst>
          </p:cNvPr>
          <p:cNvSpPr txBox="1"/>
          <p:nvPr/>
        </p:nvSpPr>
        <p:spPr>
          <a:xfrm>
            <a:off x="6604002" y="3548371"/>
            <a:ext cx="4583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input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dan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diinputkan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8757" y="3709368"/>
            <a:ext cx="3866148" cy="2233233"/>
          </a:xfrm>
        </p:spPr>
        <p:txBody>
          <a:bodyPr/>
          <a:lstStyle/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lulus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80E8DF7-BB4F-1596-6543-76303C6FDA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6" r="35657"/>
          <a:stretch>
            <a:fillRect/>
          </a:stretch>
        </p:blipFill>
        <p:spPr>
          <a:xfrm>
            <a:off x="641684" y="1057275"/>
            <a:ext cx="6625389" cy="5304187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Nabil Putra </a:t>
            </a:r>
            <a:r>
              <a:rPr lang="en-US" dirty="0" err="1"/>
              <a:t>Hudaya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{8214B847-8786-4225-AE3B-3A9D4B137379}TF8a9b5915-b8c7-461e-8cdd-693d48b5e32371f7b7e2_win32-4bf0b9a2ea37</Template>
  <TotalTime>45</TotalTime>
  <Words>67</Words>
  <Application>Microsoft Office PowerPoint</Application>
  <PresentationFormat>Widescreen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Sabon Next LT</vt:lpstr>
      <vt:lpstr>Custom</vt:lpstr>
      <vt:lpstr>Dasar Sistem komputer  Penentuan kelulusan mahasiswa</vt:lpstr>
      <vt:lpstr>Gambar program</vt:lpstr>
      <vt:lpstr>PowerPoint Presentation</vt:lpstr>
      <vt:lpstr>Overcoming nervousness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HP</cp:lastModifiedBy>
  <cp:revision>2</cp:revision>
  <dcterms:created xsi:type="dcterms:W3CDTF">2026-01-20T12:41:48Z</dcterms:created>
  <dcterms:modified xsi:type="dcterms:W3CDTF">2026-01-20T13:27:23Z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